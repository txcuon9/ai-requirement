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89a7933724b78" /><Relationship Type="http://schemas.openxmlformats.org/officeDocument/2006/relationships/extended-properties" Target="/docProps/app.xml" Id="R083a4ecb42074e66" /><Relationship Type="http://schemas.openxmlformats.org/officeDocument/2006/relationships/officeDocument" Target="/ppt/presentation.xml" Id="R79aa4e153ba6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aa01730424614"/>
  </p:sldMasterIdLst>
  <p:notesMasterIdLst>
    <p:notesMasterId xmlns:r="http://schemas.openxmlformats.org/officeDocument/2006/relationships" r:id="Rf0b9231e69f04862"/>
  </p:notesMasterIdLst>
  <p:sldIdLst>
    <p:sldId xmlns:r="http://schemas.openxmlformats.org/officeDocument/2006/relationships" id="256" r:id="R6b41eca417a74d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6dae7a72e4dab" /><Relationship Type="http://schemas.openxmlformats.org/officeDocument/2006/relationships/slideMaster" Target="/ppt/slideMasters/slideMaster1.xml" Id="Rdb7aa01730424614" /><Relationship Type="http://schemas.openxmlformats.org/officeDocument/2006/relationships/notesMaster" Target="/ppt/notesMasters/notesMaster1.xml" Id="Rf0b9231e69f04862" /><Relationship Type="http://schemas.openxmlformats.org/officeDocument/2006/relationships/presProps" Target="/ppt/presProps.xml" Id="Rfea80120e8b144ea" /><Relationship Type="http://schemas.openxmlformats.org/officeDocument/2006/relationships/tableStyles" Target="/ppt/tableStyles.xml" Id="R14b45befb84641be" /><Relationship Type="http://schemas.openxmlformats.org/officeDocument/2006/relationships/slide" Target="/ppt/slides/slide1.xml" Id="R6b41eca417a7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05eb19226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6833b82354310" /><Relationship Type="http://schemas.openxmlformats.org/officeDocument/2006/relationships/notesMaster" Target="/ppt/notesMasters/notesMaster1.xml" Id="R3e5da98aff8c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9752fcc5b49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19579e48d40b0" /><Relationship Type="http://schemas.openxmlformats.org/officeDocument/2006/relationships/slideLayout" Target="/ppt/slideLayouts/slideLayout1.xml" Id="R88c6322a01b9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6322a01b9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5d2d7ba234989" /><Relationship Type="http://schemas.openxmlformats.org/officeDocument/2006/relationships/notesSlide" Target="/ppt/notesSlides/notesSlide1.xml" Id="R356043c63daa46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D15B4-EAAB-4203-B05F-291A383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AI hỗ trợ phân tích CV và gợi ý việc làm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E659D-992E-42F5-978E-A54A805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Một quy trình đơn giản: đọc dữ liệu → xử lý → trả về thông tin tham khảo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72CE4-5BF9-4B0F-A67A-0047C7D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PHẠM VI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E31FE-2EF2-4768-AA99-02CB614D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048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A9E54-7E74-4636-93EE-94D3959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B8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67BFE-7256-4ADC-A943-27584E2F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048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5E919-A78B-41F3-8C09-41B8B96A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DBE4B-56DE-4E0E-A637-3B412CB5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Đầu vào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B083C-B0E9-4949-98A9-001B0DAA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• CV dạng PDF</a:t>
            </a:r>
          </a:p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• Thông tin ứng viên</a:t>
            </a:r>
          </a:p>
          <a:p xmlns:a="http://schemas.openxmlformats.org/drawingml/2006/main">
            <a:pPr>
              <a:defRPr sz="1650" b="0">
                <a:solidFill>
                  <a:srgbClr val="374151"/>
                </a:solidFill>
              </a:defRPr>
            </a:pPr>
            <a:r>
              <a:rPr sz="1650" b="0">
                <a:solidFill>
                  <a:srgbClr val="374151"/>
                </a:solidFill>
              </a:rPr>
              <a:t>• Tin tuyển dụng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9559E-04B9-4F7A-BCE6-7AE7B43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6B7"/>
                </a:solidFill>
              </a:defRPr>
            </a:pPr>
            <a:r>
              <a:rPr sz="1500" b="1">
                <a:solidFill>
                  <a:srgbClr val="1686B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FC4AE-EF20-4B44-BFB4-3B8C0253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Xử lý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1158F-5400-4E5B-BA73-4BEB9AE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33725"/>
            <a:ext cx="242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Đọc nội dung CV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→ Phân tích và chuẩn hóa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→ Tính điểm theo quy tắc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→ Tìm nội dung tương đồng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790D0-13B9-4C59-96B3-8450C98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86B7"/>
                </a:solidFill>
              </a:defRPr>
            </a:pPr>
            <a:r>
              <a:rPr sz="1050" b="0">
                <a:solidFill>
                  <a:srgbClr val="1686B7"/>
                </a:solidFill>
              </a:rPr>
              <a:t>pypdf · Gemini · Embedding · ChromaDB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065D8-3E50-4B71-9CDE-91A93875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D0979-82E5-490D-96A3-7E6D521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Đầu 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EEA91-7F04-466E-B518-1784ADC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33725"/>
            <a:ext cx="2428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• Thông tin CV đã trích xuất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• Kỹ năng phù hợp / còn thiếu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• Điểm tham khảo</a:t>
            </a:r>
          </a:p>
          <a:p xmlns:a="http://schemas.openxmlformats.org/drawingml/2006/main">
            <a:pPr>
              <a:defRPr sz="1500" b="0">
                <a:solidFill>
                  <a:srgbClr val="374151"/>
                </a:solidFill>
              </a:defRPr>
            </a:pPr>
            <a:r>
              <a:rPr sz="1500" b="0">
                <a:solidFill>
                  <a:srgbClr val="374151"/>
                </a:solidFill>
              </a:rPr>
              <a:t>• Một số việc làm gần với hồ sơ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6BC26-613F-4517-AF21-F271485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432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AA3AF"/>
                </a:solidFill>
              </a:defRPr>
            </a:pPr>
            <a:r>
              <a:rPr sz="270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D95AD-0AB5-4B37-BD62-E58D6E5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432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AA3AF"/>
                </a:solidFill>
              </a:defRPr>
            </a:pPr>
            <a:r>
              <a:rPr sz="2700" b="1">
                <a:solidFill>
                  <a:srgbClr val="9AA3A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6C28B-7D8B-4D96-ACE4-BA8566B2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8D5A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814B8-E5D7-4E33-833F-B36CF1A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033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B5419"/>
                </a:solidFill>
              </a:defRPr>
            </a:pPr>
            <a:r>
              <a:rPr sz="1575" b="1">
                <a:solidFill>
                  <a:srgbClr val="6B5419"/>
                </a:solidFill>
              </a:rPr>
              <a:t>Lưu ý: kết quả dùng để tham khảo; không thay thế quyết định của người tuyển dụng.</a:t>
            </a:r>
          </a:p>
        </p:txBody>
      </p:sp>
    </p:spTree>
    <p:extLst>
      <p:ext uri="{BB962C8B-B14F-4D97-AF65-F5344CB8AC3E}">
        <p14:creationId xmlns:p14="http://schemas.microsoft.com/office/powerpoint/2010/main" val="129968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2026-07-21T14:08:43.9570000Z</dcterms:created>
  <dcterms:modified xsi:type="dcterms:W3CDTF">2026-07-21T14:08:43.9580000Z</dcterms:modified>
</coreProperties>
</file>